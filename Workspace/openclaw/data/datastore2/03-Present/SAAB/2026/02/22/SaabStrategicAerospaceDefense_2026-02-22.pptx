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_TITLEBAR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ELD_TITLE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SAAB: Strategic Aerospace &amp; Defense</a:t>
            </a:r>
          </a:p>
        </p:txBody>
      </p:sp>
      <p:sp>
        <p:nvSpPr>
          <p:cNvPr id="4" name="FIELD_LOGO"/>
          <p:cNvSpPr/>
          <p:nvPr/>
        </p:nvSpPr>
        <p:spPr>
          <a:xfrm>
            <a:off x="8458200" y="182880"/>
            <a:ext cx="192024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{{LOGO}}</a:t>
            </a:r>
          </a:p>
        </p:txBody>
      </p:sp>
      <p:sp>
        <p:nvSpPr>
          <p:cNvPr id="5" name="FIELD_DATE"/>
          <p:cNvSpPr txBox="1"/>
          <p:nvPr/>
        </p:nvSpPr>
        <p:spPr>
          <a:xfrm>
            <a:off x="457200" y="1097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2026-02-22</a:t>
            </a:r>
          </a:p>
        </p:txBody>
      </p:sp>
      <p:sp>
        <p:nvSpPr>
          <p:cNvPr id="6" name="FIELD_MAIN_TEXT"/>
          <p:cNvSpPr/>
          <p:nvPr/>
        </p:nvSpPr>
        <p:spPr>
          <a:xfrm>
            <a:off x="411480" y="1417320"/>
            <a:ext cx="9875520" cy="5349240"/>
          </a:xfrm>
          <a:prstGeom prst="roundRect">
            <a:avLst/>
          </a:prstGeom>
          <a:solidFill>
            <a:srgbClr val="F6F8FC"/>
          </a:solidFill>
          <a:ln>
            <a:solidFill>
              <a:srgbClr val="C3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t>• Leading defense contractor, focused on cutting-edge technologies.</a:t>
            </a:r>
          </a:p>
          <a:p>
            <a:r>
              <a:t>• Secures key contracts: Air Command &amp; Control, Fighter Study, Air Defense.</a:t>
            </a:r>
          </a:p>
          <a:p>
            <a:r>
              <a:t>• Driving innovation through advanced sensors, drones, and autonomous systems.</a:t>
            </a:r>
          </a:p>
          <a:p>
            <a:r>
              <a:t>• High reliance on defense contracts – geopolitical risk.</a:t>
            </a:r>
          </a:p>
        </p:txBody>
      </p:sp>
      <p:sp>
        <p:nvSpPr>
          <p:cNvPr id="7" name="FIELD_SOURCE_NOTE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Sources: 1 | SummarizeKeyAerospaceAndDefenceDevelopmentsRisksAndOpportunities_2026-02-22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