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_TITLEBAR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ELD_TITLE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Saab: Strategic Defense Focus</a:t>
            </a:r>
          </a:p>
        </p:txBody>
      </p:sp>
      <p:sp>
        <p:nvSpPr>
          <p:cNvPr id="4" name="FIELD_LOGO"/>
          <p:cNvSpPr/>
          <p:nvPr/>
        </p:nvSpPr>
        <p:spPr>
          <a:xfrm>
            <a:off x="8458200" y="182880"/>
            <a:ext cx="192024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{{LOGO}}</a:t>
            </a:r>
          </a:p>
        </p:txBody>
      </p:sp>
      <p:sp>
        <p:nvSpPr>
          <p:cNvPr id="5" name="FIELD_DATE"/>
          <p:cNvSpPr txBox="1"/>
          <p:nvPr/>
        </p:nvSpPr>
        <p:spPr>
          <a:xfrm>
            <a:off x="457200" y="1097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2026-02-22</a:t>
            </a:r>
          </a:p>
        </p:txBody>
      </p:sp>
      <p:sp>
        <p:nvSpPr>
          <p:cNvPr id="6" name="FIELD_MAIN_TEXT"/>
          <p:cNvSpPr/>
          <p:nvPr/>
        </p:nvSpPr>
        <p:spPr>
          <a:xfrm>
            <a:off x="411480" y="1417320"/>
            <a:ext cx="9875520" cy="5349240"/>
          </a:xfrm>
          <a:prstGeom prst="roundRect">
            <a:avLst/>
          </a:prstGeom>
          <a:solidFill>
            <a:srgbClr val="F6F8FC"/>
          </a:solidFill>
          <a:ln>
            <a:solidFill>
              <a:srgbClr val="C3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• Secure military &amp; civil contracts globally.</a:t>
            </a:r>
          </a:p>
          <a:p>
            <a:r>
              <a:t>• Giraffe 1X Radar, Colombian Gripen Support, Advanced Air Command.</a:t>
            </a:r>
          </a:p>
          <a:p>
            <a:r>
              <a:t>• Expanding drone &amp; defense tech, including UAVs.</a:t>
            </a:r>
          </a:p>
          <a:p>
            <a:r>
              <a:t>• Cybersecurity &amp; Data Protection – key focus.</a:t>
            </a:r>
          </a:p>
          <a:p>
            <a:r>
              <a:t>• Growing drone capabilities, Studio version.</a:t>
            </a:r>
          </a:p>
          <a:p>
            <a:r>
              <a:t>• U.S. Marine Corps Trackfire Systems.</a:t>
            </a:r>
          </a:p>
          <a:p>
            <a:r>
              <a:t>• Saab’s defense-centric model.</a:t>
            </a:r>
          </a:p>
          <a:p>
            <a:r>
              <a:t>• Political &amp; geopolitical risks present.</a:t>
            </a:r>
          </a:p>
        </p:txBody>
      </p:sp>
      <p:sp>
        <p:nvSpPr>
          <p:cNvPr id="7" name="FIELD_SOURCE_NOTE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Sources: 1 | Summary of Saab’s recent activities &amp; strategic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