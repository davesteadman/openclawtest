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BAE Systems Company Profile – Monetary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Key Contract Wins,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36576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Confidence: 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95097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Over $35 Billion in Contracts (2026)</a:t>
            </a:r>
          </a:p>
          <a:p>
            <a:pPr>
              <a:defRPr sz="2000"/>
            </a:pPr>
            <a:r>
              <a:t>Significant Increase in Contract Volume</a:t>
            </a:r>
          </a:p>
          <a:p>
            <a:pPr>
              <a:defRPr sz="2000"/>
            </a:pPr>
            <a:r>
              <a:t>Robust Global Demand for Defense Products</a:t>
            </a:r>
          </a:p>
          <a:p>
            <a:pPr>
              <a:defRPr sz="2000"/>
            </a:pPr>
            <a:r>
              <a:t>Rising Defense Budgets</a:t>
            </a:r>
          </a:p>
          <a:p>
            <a:pPr>
              <a:defRPr sz="2000"/>
            </a:pPr>
            <a:r>
              <a:t>NATO Modernization Programs Driving Demand</a:t>
            </a:r>
          </a:p>
          <a:p>
            <a:pPr>
              <a:defRPr sz="2000"/>
            </a:pPr>
            <a:r>
              <a:t>February 2026 – February 2026: Key Contract Wins</a:t>
            </a:r>
          </a:p>
          <a:p>
            <a:pPr>
              <a:defRPr sz="2000"/>
            </a:pPr>
            <a:r>
              <a:t>BAE Systems Market Update – 2025</a:t>
            </a:r>
          </a:p>
          <a:p>
            <a:pPr>
              <a:defRPr sz="2000"/>
            </a:pPr>
            <a:r>
              <a:t>2025 Contract Summary – BAE Systems</a:t>
            </a:r>
          </a:p>
          <a:p>
            <a:pPr>
              <a:defRPr sz="2000"/>
            </a:pPr>
            <a:r>
              <a:t>Market Update – BAE Systems 2025</a:t>
            </a:r>
          </a:p>
          <a:p>
            <a:pPr>
              <a:defRPr sz="2000"/>
            </a:pPr>
            <a:r>
              <a:t>Contract Wins – Primary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9951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BAESystems | 2026-02-20 | Sources: 1 | Data from news article: BAE Systems contract wins.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