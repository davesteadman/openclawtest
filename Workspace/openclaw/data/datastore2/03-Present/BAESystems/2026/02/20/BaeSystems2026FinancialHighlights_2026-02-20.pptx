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690225" cy="75628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685A79-D69B-45D2-9147-96D61FBE20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079BB6-1D98-47D0-9AD1-8CD98C89EA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DA2CD6-160F-4526-9DA4-A6845FC8D6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735E5E-DCE8-4244-9878-E341A18862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BB4973-B0A5-4FED-BB1D-8742AB77BF5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7F0AFF-87F9-4548-B3F6-A48E72F7AF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4A9BED-E55C-4A8E-AD54-5B239405D16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24553E-4085-42C4-8349-2B5B22506F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61C493-0002-4AB4-A588-46AED9DB3E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641C00-85E2-4BDC-848A-968C20FD63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81646C-77F3-4DFF-AA34-3001E42AA6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ECOR_TITLEBAR"/>
          <p:cNvSpPr/>
          <p:nvPr/>
        </p:nvSpPr>
        <p:spPr>
          <a:xfrm>
            <a:off x="0" y="0"/>
            <a:ext cx="10689120" cy="1005480"/>
          </a:xfrm>
          <a:prstGeom prst="rect">
            <a:avLst/>
          </a:prstGeom>
          <a:solidFill>
            <a:srgbClr val="162c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" name="FIELD_TITLE"/>
          <p:cNvSpPr/>
          <p:nvPr/>
        </p:nvSpPr>
        <p:spPr>
          <a:xfrm>
            <a:off x="457200" y="228600"/>
            <a:ext cx="3826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BAE Systems - 2026 Financial Highlights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FIELD_LOGO"/>
          <p:cNvSpPr/>
          <p:nvPr/>
        </p:nvSpPr>
        <p:spPr>
          <a:xfrm>
            <a:off x="8458200" y="182880"/>
            <a:ext cx="1919880" cy="685440"/>
          </a:xfrm>
          <a:prstGeom prst="rect">
            <a:avLst/>
          </a:prstGeom>
          <a:noFill/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{{LOGO}}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IELD_DATE"/>
          <p:cNvSpPr/>
          <p:nvPr/>
        </p:nvSpPr>
        <p:spPr>
          <a:xfrm>
            <a:off x="457200" y="109728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2026-02-20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IELD_MAIN_TEXT"/>
          <p:cNvSpPr/>
          <p:nvPr/>
        </p:nvSpPr>
        <p:spPr>
          <a:xfrm>
            <a:off x="411480" y="1417320"/>
            <a:ext cx="9875160" cy="5348880"/>
          </a:xfrm>
          <a:prstGeom prst="roundRect">
            <a:avLst>
              <a:gd name="adj" fmla="val 16667"/>
            </a:avLst>
          </a:prstGeom>
          <a:solidFill>
            <a:srgbClr val="f6f8fc"/>
          </a:solidFill>
          <a:ln>
            <a:solidFill>
              <a:srgbClr val="c3cb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Over $35B in contracts in February 2026.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Significant increase in contract volume compared to 2025.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Robust global demand for BAE Systems products.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Rising defense spending trends driving growth.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IELD_SOURCE_NOTE"/>
          <p:cNvSpPr/>
          <p:nvPr/>
        </p:nvSpPr>
        <p:spPr>
          <a:xfrm>
            <a:off x="457200" y="6995160"/>
            <a:ext cx="9875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Sources: 1 | News article – contract wins only.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LibreOffice/25.2.5.2$Windows_x86 LibreOffice_project/03d19516eb2e1dd5d4ccd751a0d6f35f35e08022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2026-02-20T21:56:38Z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