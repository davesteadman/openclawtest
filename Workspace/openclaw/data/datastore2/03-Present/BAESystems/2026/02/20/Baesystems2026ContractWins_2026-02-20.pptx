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BAESystems - 2026 Contract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Significant Revenue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36576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Confidence: 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95097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Over $35 Billion in contracts in Feb 2026.</a:t>
            </a:r>
          </a:p>
          <a:p>
            <a:pPr>
              <a:defRPr sz="2000"/>
            </a:pPr>
            <a:r>
              <a:t>Significant increase in contract volume compared to 2025.</a:t>
            </a:r>
          </a:p>
          <a:p>
            <a:pPr>
              <a:defRPr sz="2000"/>
            </a:pPr>
            <a:r>
              <a:t>Robust global demand for BAE Systems products.</a:t>
            </a:r>
          </a:p>
          <a:p>
            <a:pPr>
              <a:defRPr sz="2000"/>
            </a:pPr>
            <a:r>
              <a:t>Rising defense spending trends.</a:t>
            </a:r>
          </a:p>
          <a:p>
            <a:pPr>
              <a:defRPr sz="2000"/>
            </a:pPr>
            <a:r>
              <a:t>NATO Modernization Programs driving demand.</a:t>
            </a:r>
          </a:p>
          <a:p>
            <a:pPr>
              <a:defRPr sz="2000"/>
            </a:pPr>
            <a:r>
              <a:t>Strong contract wins across sectors.</a:t>
            </a:r>
          </a:p>
          <a:p>
            <a:pPr>
              <a:defRPr sz="2000"/>
            </a:pPr>
            <a:r>
              <a:t>Significant financial impact.</a:t>
            </a:r>
          </a:p>
          <a:p>
            <a:pPr>
              <a:defRPr sz="2000"/>
            </a:pPr>
            <a:r>
              <a:t>Data-driven revenue growth.</a:t>
            </a:r>
          </a:p>
          <a:p>
            <a:pPr>
              <a:defRPr sz="2000"/>
            </a:pPr>
            <a:r>
              <a:t>High-value contracts secured.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9951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BAESystems | 2026-02-20 | Sources: 1 | News article data on BAE Systems contract wins.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