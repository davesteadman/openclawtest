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ELD_TITLE"/>
          <p:cNvSpPr txBox="1"/>
          <p:nvPr/>
        </p:nvSpPr>
        <p:spPr>
          <a:xfrm>
            <a:off x="45720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{{TITLE}}</a:t>
            </a:r>
          </a:p>
        </p:txBody>
      </p:sp>
      <p:sp>
        <p:nvSpPr>
          <p:cNvPr id="3" name="FIELD_SUBTITLE"/>
          <p:cNvSpPr txBox="1"/>
          <p:nvPr/>
        </p:nvSpPr>
        <p:spPr>
          <a:xfrm>
            <a:off x="457200" y="9601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{{SUBTITLE}}</a:t>
            </a:r>
          </a:p>
        </p:txBody>
      </p:sp>
      <p:sp>
        <p:nvSpPr>
          <p:cNvPr id="4" name="FIELD_DATE"/>
          <p:cNvSpPr txBox="1"/>
          <p:nvPr/>
        </p:nvSpPr>
        <p:spPr>
          <a:xfrm>
            <a:off x="8229600" y="3657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{{DATE}}</a:t>
            </a:r>
          </a:p>
        </p:txBody>
      </p:sp>
      <p:sp>
        <p:nvSpPr>
          <p:cNvPr id="5" name="FIELD_CONFIDENCE"/>
          <p:cNvSpPr txBox="1"/>
          <p:nvPr/>
        </p:nvSpPr>
        <p:spPr>
          <a:xfrm>
            <a:off x="8229600" y="685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/>
            </a:pPr>
            <a:r>
              <a:t>{{CONFIDENCE}}</a:t>
            </a:r>
          </a:p>
        </p:txBody>
      </p:sp>
      <p:sp>
        <p:nvSpPr>
          <p:cNvPr id="6" name="FIELD_BULLETS"/>
          <p:cNvSpPr txBox="1"/>
          <p:nvPr/>
        </p:nvSpPr>
        <p:spPr>
          <a:xfrm>
            <a:off x="640080" y="1554480"/>
            <a:ext cx="9326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{{BULLETS}}</a:t>
            </a:r>
          </a:p>
        </p:txBody>
      </p:sp>
      <p:sp>
        <p:nvSpPr>
          <p:cNvPr id="7" name="FIELD_SOURCE_NOTE"/>
          <p:cNvSpPr txBox="1"/>
          <p:nvPr/>
        </p:nvSpPr>
        <p:spPr>
          <a:xfrm>
            <a:off x="457200" y="69951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{{SOURCE_NOTE}}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