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R_TITLEBAR"/>
          <p:cNvSpPr/>
          <p:nvPr/>
        </p:nvSpPr>
        <p:spPr>
          <a:xfrm>
            <a:off x="0" y="0"/>
            <a:ext cx="10689336" cy="1005840"/>
          </a:xfrm>
          <a:prstGeom prst="rect">
            <a:avLst/>
          </a:prstGeom>
          <a:solidFill>
            <a:srgbClr val="16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IELD_TITLE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{{TITLE}}</a:t>
            </a:r>
          </a:p>
        </p:txBody>
      </p:sp>
      <p:sp>
        <p:nvSpPr>
          <p:cNvPr id="4" name="FIELD_LOGO"/>
          <p:cNvSpPr/>
          <p:nvPr/>
        </p:nvSpPr>
        <p:spPr>
          <a:xfrm>
            <a:off x="8458200" y="182880"/>
            <a:ext cx="1920240" cy="685800"/>
          </a:xfrm>
          <a:prstGeom prst="rect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{{LOGO}}</a:t>
            </a:r>
          </a:p>
        </p:txBody>
      </p:sp>
      <p:sp>
        <p:nvSpPr>
          <p:cNvPr id="5" name="FIELD_DATE"/>
          <p:cNvSpPr txBox="1"/>
          <p:nvPr/>
        </p:nvSpPr>
        <p:spPr>
          <a:xfrm>
            <a:off x="457200" y="1097280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{{DATE}}</a:t>
            </a:r>
          </a:p>
        </p:txBody>
      </p:sp>
      <p:sp>
        <p:nvSpPr>
          <p:cNvPr id="6" name="FIELD_MAIN_TEXT"/>
          <p:cNvSpPr/>
          <p:nvPr/>
        </p:nvSpPr>
        <p:spPr>
          <a:xfrm>
            <a:off x="411480" y="1417320"/>
            <a:ext cx="9875520" cy="5349240"/>
          </a:xfrm>
          <a:prstGeom prst="roundRect">
            <a:avLst/>
          </a:prstGeom>
          <a:solidFill>
            <a:srgbClr val="F6F8FC"/>
          </a:solidFill>
          <a:ln>
            <a:solidFill>
              <a:srgbClr val="C3CB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/>
            </a:pPr>
            <a:r>
              <a:t>{{MAIN_TEXT}}</a:t>
            </a:r>
          </a:p>
        </p:txBody>
      </p:sp>
      <p:sp>
        <p:nvSpPr>
          <p:cNvPr id="7" name="FIELD_SOURCE_NOTE"/>
          <p:cNvSpPr txBox="1"/>
          <p:nvPr/>
        </p:nvSpPr>
        <p:spPr>
          <a:xfrm>
            <a:off x="457200" y="6995160"/>
            <a:ext cx="9875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{{SOURCE_NOTE}}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